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2801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桂林银发旅游小程序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4231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8E6C9"/>
                </a:solidFill>
              </a:defRPr>
            </a:pPr>
            <a:r>
              <a:t>yinfa - 面向50岁以上银发游客的智能旅游导览平台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200400"/>
            <a:ext cx="100584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461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微信小程序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3200400"/>
            <a:ext cx="1517904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3246120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Vue 3 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3392424" y="3200400"/>
            <a:ext cx="29260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Express + TypeScript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55664" y="3200400"/>
            <a:ext cx="1389888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324612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AI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2712" y="3200400"/>
            <a:ext cx="1133856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2" y="324612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RAG知识库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53728" y="3200400"/>
            <a:ext cx="1517904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3246120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Railway部署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</a:defRPr>
            </a:pPr>
            <a:r>
              <a:t>后端API：https://yinfa-backend.up.railway.app/api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E6C9"/>
                </a:solidFill>
              </a:defRPr>
            </a:pPr>
            <a:r>
              <a:t>AI服务：https://lvyou-agi.onrender.com   （由Render托管，30分钟无访问自动休眠）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5029200"/>
            <a:ext cx="2743200" cy="1645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技术规模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55321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C9"/>
                </a:solidFill>
              </a:defRPr>
            </a:pPr>
            <a:r>
              <a:t>9+ 页面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58521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C9"/>
                </a:solidFill>
              </a:defRPr>
            </a:pPr>
            <a:r>
              <a:t>18个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61722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C9"/>
                </a:solidFill>
              </a:defRPr>
            </a:pPr>
            <a:r>
              <a:t>8 大模块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64922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E6C9"/>
                </a:solidFill>
              </a:defRPr>
            </a:pPr>
            <a:r>
              <a:t>3 层架构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81360" y="164592"/>
            <a:ext cx="1051560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0" y="20116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v2.0.0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yinfa | 微信小程序 × AI导览 × 桂林漓江旅游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目录 Contents</a:t>
            </a:r>
          </a:p>
          <a:p>
            <a:pPr>
              <a:defRPr sz="1300" b="0">
                <a:solidFill>
                  <a:srgbClr val="C8E6C9"/>
                </a:solidFill>
              </a:defRPr>
            </a:pPr>
            <a:r>
              <a:t>全文16页 · 逐项覆盖CODEBASE-AUDIT+接口文档全部章节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超深度优化版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728618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48640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4416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216152"/>
            <a:ext cx="30153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项目概览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536192"/>
            <a:ext cx="30153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背景·定位·技术规模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1538" y="1143000"/>
            <a:ext cx="3728618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1538" y="1143000"/>
            <a:ext cx="548640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1538" y="134416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3330" y="1216152"/>
            <a:ext cx="30153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产品功能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3330" y="1536192"/>
            <a:ext cx="30153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4大核心功能·银发友好设计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3036" y="1143000"/>
            <a:ext cx="3728618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3036" y="1143000"/>
            <a:ext cx="548640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43036" y="134416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4828" y="1216152"/>
            <a:ext cx="30153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系统架构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4828" y="1536192"/>
            <a:ext cx="30153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5层架构·前端/后端/数据/AI/部署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965960"/>
            <a:ext cx="3728618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1965960"/>
            <a:ext cx="548640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16712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2039112"/>
            <a:ext cx="30153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集成架构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2359152"/>
            <a:ext cx="30153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小程序→后端→lvyou-agi→MiniMax完整链路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1538" y="1965960"/>
            <a:ext cx="3728618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31538" y="1965960"/>
            <a:ext cx="548640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31538" y="216712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3330" y="2039112"/>
            <a:ext cx="30153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技术详情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53330" y="2359152"/>
            <a:ext cx="30153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中间件·请求验证·日志系统·错误处理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43036" y="1965960"/>
            <a:ext cx="3728618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43036" y="1965960"/>
            <a:ext cx="548640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43036" y="216712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64828" y="2039112"/>
            <a:ext cx="30153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小程序端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64828" y="2359152"/>
            <a:ext cx="30153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9+页面·组件·工具函数·Web端进度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788920"/>
            <a:ext cx="3728618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2788920"/>
            <a:ext cx="548640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299008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" y="2862072"/>
            <a:ext cx="30153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API接口（一）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" y="3182112"/>
            <a:ext cx="30153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系统·分类·商品·用户·地址 10个端点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31538" y="2788920"/>
            <a:ext cx="3728618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31538" y="2788920"/>
            <a:ext cx="548640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31538" y="299008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53330" y="2862072"/>
            <a:ext cx="30153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API接口（二）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53330" y="3182112"/>
            <a:ext cx="30153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订单·购物车·AI·健康·紧急联系人 9个端点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43036" y="2788920"/>
            <a:ext cx="3728618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43036" y="2788920"/>
            <a:ext cx="548640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43036" y="299008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64828" y="2862072"/>
            <a:ext cx="30153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数据库设计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64828" y="3182112"/>
            <a:ext cx="30153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9张表完整Schema·字段类型·外键关系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3611880"/>
            <a:ext cx="3728618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3611880"/>
            <a:ext cx="548640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8130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" y="3685032"/>
            <a:ext cx="30153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AI助手集成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" y="4005072"/>
            <a:ext cx="30153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LijiangCoordinator·3大Agent·RAG知识库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31538" y="3611880"/>
            <a:ext cx="3728618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31538" y="3611880"/>
            <a:ext cx="548640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31538" y="38130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53330" y="3685032"/>
            <a:ext cx="30153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lvyou-agi服务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53330" y="4005072"/>
            <a:ext cx="30153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6个API端点·vocab=583·桂林知识·已知局限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43036" y="3611880"/>
            <a:ext cx="3728618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43036" y="3611880"/>
            <a:ext cx="548640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43036" y="38130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64828" y="3685032"/>
            <a:ext cx="30153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部署方案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64828" y="4005072"/>
            <a:ext cx="30153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Railway一键部署·Docker·环境变量·微信支付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4434840"/>
            <a:ext cx="3728618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20040" y="4434840"/>
            <a:ext cx="548640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" y="463600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1832" y="4507992"/>
            <a:ext cx="30153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P0-P2路线图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1832" y="4828032"/>
            <a:ext cx="30153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阻断问题·功能增强·长期建设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31538" y="4434840"/>
            <a:ext cx="3728618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231538" y="4434840"/>
            <a:ext cx="548640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31538" y="463600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53330" y="4507992"/>
            <a:ext cx="30153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已知局限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53330" y="4828032"/>
            <a:ext cx="30153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意图检测·Ollama·Docker WSL·知识库覆盖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43036" y="4434840"/>
            <a:ext cx="3728618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43036" y="4434840"/>
            <a:ext cx="548640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43036" y="463600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64828" y="4507992"/>
            <a:ext cx="30153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快速开始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64828" y="4828032"/>
            <a:ext cx="30153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本地运行·测试命令·开发工作流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5257800"/>
            <a:ext cx="3728618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20040" y="5257800"/>
            <a:ext cx="548640" cy="7498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0040" y="545896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41832" y="5330952"/>
            <a:ext cx="30153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总结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1832" y="5650992"/>
            <a:ext cx="301538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6维度价值·联系信息·开源地址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01 项目概览</a:t>
            </a:r>
          </a:p>
          <a:p>
            <a:pPr>
              <a:defRPr sz="1300" b="0">
                <a:solidFill>
                  <a:srgbClr val="C8E6C9"/>
                </a:solidFill>
              </a:defRPr>
            </a:pPr>
            <a:r>
              <a:t>背景·定位·目标用户·技术规模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超深度优化版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657600" cy="265176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</a:defRPr>
            </a:pPr>
            <a:r>
              <a:t>🏞️ 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19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桂林：世界著名风景游览地，年接待游客超1亿人次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933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银发游客：50岁以上占比高但数字素养低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048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痛点：界面复杂/字体小/操作繁琐/无语音辅助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635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银发旅游小程序：专门针对老年游客优化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278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首批支持AI智能导览的桂林旅游小程序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097280"/>
            <a:ext cx="3566160" cy="2651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188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</a:defRPr>
            </a:pPr>
            <a:r>
              <a:t>👥 目标用户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554480"/>
            <a:ext cx="3291840" cy="73152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6184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50-65岁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16184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</a:defRPr>
            </a:pPr>
            <a:r>
              <a:t>活力老人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8928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能独立操作手机，需要行程规划辅助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2359152"/>
            <a:ext cx="3291840" cy="73152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24231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65岁以上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4231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</a:defRPr>
            </a:pPr>
            <a:r>
              <a:t>需要辅助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697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字体放大、语音输入、一键呼叫子女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163824"/>
            <a:ext cx="3291840" cy="73152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22783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全家出行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2278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</a:defRPr>
            </a:pPr>
            <a:r>
              <a:t>子女转发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502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</a:defRPr>
            </a:pPr>
            <a:r>
              <a:t>为父母预约行程，异地关怀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19" y="1097280"/>
            <a:ext cx="4297680" cy="2651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11887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</a:defRPr>
            </a:pPr>
            <a:r>
              <a:t>⚙️ 技术规模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0" y="1554480"/>
            <a:ext cx="4023360" cy="438912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9" y="16002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📱 小程序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16002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</a:defRPr>
            </a:pPr>
            <a:r>
              <a:t>9+页面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16002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index/cart/order/map/ai/health/address/user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2048256"/>
            <a:ext cx="4023360" cy="438912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20939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⚙️ 后端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09397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</a:defRPr>
            </a:pPr>
            <a:r>
              <a:t>18个API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20939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Express+TypeScript，18个路由，Zod验证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80" y="2542032"/>
            <a:ext cx="4023360" cy="438912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9" y="25877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🗄️ 数据库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5877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</a:defRPr>
            </a:pPr>
            <a:r>
              <a:t>9张表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25877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SQL.js内存+PostgreSQL迁移脚本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0" y="3035808"/>
            <a:ext cx="4023360" cy="438912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9" y="3081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🤖 AI服务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0815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</a:defRPr>
            </a:pPr>
            <a:r>
              <a:t>lvyou-agi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30815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FastAPI+Python+Agent+RAG+MiniMax LLM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0" y="3529584"/>
            <a:ext cx="4023360" cy="438912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9" y="35753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🏗️ 部署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35753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</a:defRPr>
            </a:pPr>
            <a:r>
              <a:t>Railway+Docker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0" y="3575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后端Railway，AI服务Render免费版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886200"/>
            <a:ext cx="11551615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977640"/>
            <a:ext cx="111858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🎯 定位：专为50岁以上银发游客设计 — 大字界面 · 简化操作 · 安全优先 · AI辅助规划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617720"/>
            <a:ext cx="2222540" cy="14173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754880"/>
            <a:ext cx="22225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大字模式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5120640"/>
            <a:ext cx="22225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默认18pt+</a:t>
            </a:r>
            <a:br/>
            <a:r>
              <a:t>可调至24pt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52308" y="4617720"/>
            <a:ext cx="2222540" cy="14173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52308" y="4754880"/>
            <a:ext cx="22225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AI导览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52308" y="5120640"/>
            <a:ext cx="22225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漓江知识库</a:t>
            </a:r>
            <a:br/>
            <a:r>
              <a:t>RAG检索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84577" y="4617720"/>
            <a:ext cx="2222540" cy="1417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84577" y="4754880"/>
            <a:ext cx="22225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语音输入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84577" y="5120640"/>
            <a:ext cx="22225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语音识别</a:t>
            </a:r>
            <a:br/>
            <a:r>
              <a:t>普通话/方言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6845" y="4617720"/>
            <a:ext cx="2222540" cy="14173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6845" y="4754880"/>
            <a:ext cx="22225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一键紧急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6845" y="5120640"/>
            <a:ext cx="22225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SOS呼叫</a:t>
            </a:r>
            <a:br/>
            <a:r>
              <a:t>子女/急救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49114" y="4617720"/>
            <a:ext cx="2222540" cy="14173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49114" y="4754880"/>
            <a:ext cx="22225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适老交互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49114" y="5120640"/>
            <a:ext cx="22225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大按钮</a:t>
            </a:r>
            <a:br/>
            <a:r>
              <a:t>最少点击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02 产品功能</a:t>
            </a:r>
          </a:p>
          <a:p>
            <a:pPr>
              <a:defRPr sz="1300" b="0">
                <a:solidFill>
                  <a:srgbClr val="C8E6C9"/>
                </a:solidFill>
              </a:defRPr>
            </a:pPr>
            <a:r>
              <a:t>4大核心功能·银发友好设计·状态全追踪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超深度优化版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24712"/>
            <a:ext cx="5501487" cy="256032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161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</a:defRPr>
            </a:pPr>
            <a:r>
              <a:t>🏠 首页导览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4632807" y="1234440"/>
            <a:ext cx="109728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807" y="12664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✅ 已完成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5318607" cy="9525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5506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桂林景点轮播展示（大图大字）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9034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一键进入AI助手（无需注册）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2562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底部Tab：首页/商品/订单/AI/我的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6090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首页快速入口：门票/餐饮/交通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9618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当日热门景点推荐算法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3146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用户位置感知（基于IP/手动设置）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04407" y="1124712"/>
            <a:ext cx="5501487" cy="256032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12161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</a:defRPr>
            </a:pPr>
            <a:r>
              <a:t>🎫 一键购票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17175" y="1234440"/>
            <a:ext cx="109728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17175" y="12664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✅ 已完成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5847" y="1600200"/>
            <a:ext cx="5318607" cy="9525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1567" y="1655064"/>
            <a:ext cx="5272887" cy="28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POST /api/order/create 创建订单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1567" y="1942446"/>
            <a:ext cx="5272887" cy="28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  参数：openid/product_id/quantity/date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1567" y="2229829"/>
            <a:ext cx="5272887" cy="28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  返回：order_id/order_no/total_price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1567" y="2517212"/>
            <a:ext cx="5272887" cy="28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微信支付集成（需注册微信小商店）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1567" y="2804595"/>
            <a:ext cx="5272887" cy="28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支持他人代付（发送给家人付款）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1567" y="3091978"/>
            <a:ext cx="5272887" cy="28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订单跟踪：已支付/待使用/已完成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1567" y="3379361"/>
            <a:ext cx="5272887" cy="28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电子票夹：出示二维码快速入园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822192"/>
            <a:ext cx="5501487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91363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</a:defRPr>
            </a:pPr>
            <a:r>
              <a:t>💊 健康监测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32807" y="3931920"/>
            <a:ext cx="1097280" cy="3200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32807" y="39639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⚠️ 待集成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297680"/>
            <a:ext cx="5318607" cy="9525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35254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POST /api/health-records 创建健康档案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68782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  参数：openid/heart_rate/blood_pressure/symptoms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02310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GET /api/health-records?openid= 查询历史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35838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AI助手可查看健康数据并给建议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9366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GPS定位触发安全区域预警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02894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定时服药提醒（需手动开启）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04407" y="3822192"/>
            <a:ext cx="5501487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1567" y="391363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</a:defRPr>
            </a:pPr>
            <a:r>
              <a:t>🤖 AI智能助手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17175" y="3931920"/>
            <a:ext cx="109728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17175" y="39639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✅ 已集成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5847" y="4297680"/>
            <a:ext cx="5318607" cy="9525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1567" y="435254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POST /api/chat 发起对话（openid/message）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1567" y="468782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POST /api/chat/stream SSE流式响应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1567" y="502310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GET /api/capabilities 查询AI能力清单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1567" y="535838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桂林天气查询：桂林/北京/上海/广州等8城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41567" y="569366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漓江景点知识：开放时间/票价/路线/美食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1567" y="6028944"/>
            <a:ext cx="5272887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• AI路线规划：输入天数+预算→生成行程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03 系统架构</a:t>
            </a:r>
          </a:p>
          <a:p>
            <a:pPr>
              <a:defRPr sz="1300" b="0">
                <a:solidFill>
                  <a:srgbClr val="C8E6C9"/>
                </a:solidFill>
              </a:defRPr>
            </a:pPr>
            <a:r>
              <a:t>5层架构全图：前端→后端→数据→AI→部署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超深度优化版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69848"/>
            <a:ext cx="2237171" cy="102047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73942"/>
            <a:ext cx="2237171" cy="25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📱 前端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529059"/>
            <a:ext cx="2237171" cy="204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微信小程序 + Vue 3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63767"/>
            <a:ext cx="2237171" cy="285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2557211" y="1478036"/>
            <a:ext cx="73152" cy="20409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30363" y="1069848"/>
            <a:ext cx="2237171" cy="102047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0363" y="1273942"/>
            <a:ext cx="2237171" cy="25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⚙️ 后端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0363" y="1529059"/>
            <a:ext cx="2237171" cy="204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Express.js +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0363" y="1763767"/>
            <a:ext cx="2237171" cy="285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7534" y="1478036"/>
            <a:ext cx="73152" cy="20409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40686" y="1069848"/>
            <a:ext cx="2237171" cy="102047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40686" y="1273942"/>
            <a:ext cx="2237171" cy="25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🗄️ 数据层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0686" y="1529059"/>
            <a:ext cx="2237171" cy="204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SQL.js + 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0686" y="1763767"/>
            <a:ext cx="2237171" cy="285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7857" y="1478036"/>
            <a:ext cx="73152" cy="20409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51009" y="1069848"/>
            <a:ext cx="2237171" cy="102047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51009" y="1273942"/>
            <a:ext cx="2237171" cy="25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🤖 AI层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009" y="1529059"/>
            <a:ext cx="2237171" cy="204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lvyou-agi（独立部署）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009" y="1763767"/>
            <a:ext cx="2237171" cy="285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88180" y="1478036"/>
            <a:ext cx="73152" cy="20409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61332" y="1069848"/>
            <a:ext cx="2237171" cy="102047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1332" y="1273942"/>
            <a:ext cx="2237171" cy="25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🏗️ 部署层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1332" y="1529059"/>
            <a:ext cx="2237171" cy="204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Railway + Docker + Render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1332" y="1763767"/>
            <a:ext cx="2237171" cy="285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36038"/>
            <a:ext cx="2237171" cy="4383633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2190902"/>
            <a:ext cx="2145731" cy="87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原生小程序框架（pages/组件/工具）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" y="3067629"/>
            <a:ext cx="2145731" cy="87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pages/：index/cart/order/map/ai/health/address/user/me（9+页）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" y="3944355"/>
            <a:ext cx="2145731" cy="87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components/：通用组件（标题/卡片/列表）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" y="4821082"/>
            <a:ext cx="2145731" cy="87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utils/：request（请求封装）/API地址管理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" y="5697809"/>
            <a:ext cx="2145731" cy="87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Vue 3 Web：50%完成，缺详情/地图/支付页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30363" y="2136038"/>
            <a:ext cx="2237171" cy="4383633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85227" y="2190902"/>
            <a:ext cx="2145731" cy="73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Express 4 + TypeScript（严格类型）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85227" y="2921508"/>
            <a:ext cx="2145731" cy="73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routes/：18个API路由（users/products/orders/cart/chat）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85227" y="3652113"/>
            <a:ext cx="2145731" cy="73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middleware/：认证(openid)/日志(Pino)/限流(rateLimit)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85227" y="4382719"/>
            <a:ext cx="2145731" cy="73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services/：业务逻辑层（订单/支付/AI协调）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85227" y="5113324"/>
            <a:ext cx="2145731" cy="73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validators/：Zod Schema请求体验证（19个端点全覆盖）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85227" y="5843930"/>
            <a:ext cx="2145731" cy="73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logger.ts：Pino日志，记录请求/错误/性能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40686" y="2136038"/>
            <a:ext cx="2237171" cy="4383633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95550" y="2190902"/>
            <a:ext cx="2145731" cy="87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当前：SQL.js内存数据库（开发/测试用）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95550" y="3067629"/>
            <a:ext cx="2145731" cy="87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数据持久化到 /app/data 目录（Railway持久化卷）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95550" y="3944355"/>
            <a:ext cx="2145731" cy="87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迁移脚本：001_initial_schema.sql（9张表）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95550" y="4821082"/>
            <a:ext cx="2145731" cy="87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目标：PostgreSQL（DOCKER_IMAGE postgres:16）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95550" y="5697809"/>
            <a:ext cx="2145731" cy="87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需要配置：DATABASE_URL环境变量（Railway控制台）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51009" y="2136038"/>
            <a:ext cx="2237171" cy="4383633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05873" y="2190902"/>
            <a:ext cx="2145731" cy="73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独立Python服务：FastAPI + Python 3.11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05873" y="2921508"/>
            <a:ext cx="2145731" cy="73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LijiangCoordinator Agent（多意图路由）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05873" y="3652113"/>
            <a:ext cx="2145731" cy="73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RouteAgent + BehaviorAgent + KnowledgeAgent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05873" y="4382719"/>
            <a:ext cx="2145731" cy="73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RAG知识库：桂林漓江景点/美食/交通（vocab=583,chunks=28）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05873" y="5113324"/>
            <a:ext cx="2145731" cy="73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LLM调用：MiniMax API（MiniMax-Text-01）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05873" y="5843930"/>
            <a:ext cx="2145731" cy="73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⚠️ 当前部署在Render免费版：30分钟无访问自动休眠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61332" y="2136038"/>
            <a:ext cx="2237171" cy="4383633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16196" y="2190902"/>
            <a:ext cx="2145731" cy="87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Railway：yinfa后端一键部署（Dockerfile）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16196" y="3067629"/>
            <a:ext cx="2145731" cy="87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Railway持久化卷：Mount Path /app/data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16196" y="3944355"/>
            <a:ext cx="2145731" cy="87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Render：lvyou-agi AI服务（免费版有休眠问题）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16196" y="4821082"/>
            <a:ext cx="2145731" cy="87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Docker：容器化构建（docker build -t yinfa-backend .）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16196" y="5697809"/>
            <a:ext cx="2145731" cy="876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环境变量：PORT/MINIMAX_API_KEY/AMAP_KEY/DATABASE_URL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04 集成架构</a:t>
            </a:r>
          </a:p>
          <a:p>
            <a:pPr>
              <a:defRPr sz="1300" b="0">
                <a:solidFill>
                  <a:srgbClr val="C8E6C9"/>
                </a:solidFill>
              </a:defRPr>
            </a:pPr>
            <a:r>
              <a:t>小程序→Express API→lvyou-agi→MiniMax LLM 完整调用链路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超深度优化版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2222540" cy="2926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44168"/>
            <a:ext cx="22225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👤 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22225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银发游客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11680"/>
            <a:ext cx="2039660" cy="6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打开小程序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输入旅游需求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0896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或点击景点卡片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580" y="2404872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5E20"/>
                </a:solidFill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2308" y="1234440"/>
            <a:ext cx="2222540" cy="29260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2308" y="1344168"/>
            <a:ext cx="22225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📱 小程序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2308" y="1691640"/>
            <a:ext cx="22225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wx.request()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748" y="2011680"/>
            <a:ext cx="2039660" cy="6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748" y="210312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调用后端API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748" y="260604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POST /api/chat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748" y="310896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message + openid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4849" y="2404872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5E20"/>
                </a:solidFill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4577" y="1234440"/>
            <a:ext cx="2222540" cy="292608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4577" y="1344168"/>
            <a:ext cx="22225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⚙️ Express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4577" y="1691640"/>
            <a:ext cx="22225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Railway后端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017" y="2011680"/>
            <a:ext cx="2039660" cy="6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6017" y="210312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18个API路由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6017" y="260604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认证中间件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6017" y="310896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Zod验证参数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6017" y="361188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调用lvyou-agi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7117" y="2404872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5E20"/>
                </a:solidFill>
              </a:defRPr>
            </a:pPr>
            <a: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6845" y="1234440"/>
            <a:ext cx="2222540" cy="29260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6845" y="1344168"/>
            <a:ext cx="22225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🤖 lvyou-agi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6845" y="1691640"/>
            <a:ext cx="22225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Render AI服务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8285" y="2011680"/>
            <a:ext cx="2039660" cy="6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8285" y="210312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LijiangCoordinator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8285" y="260604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意图检测路由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8285" y="310896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Agent执行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8285" y="361188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RAG检索桂林知识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39386" y="2404872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5E20"/>
                </a:solidFill>
              </a:defRPr>
            </a:pPr>
            <a: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9114" y="1234440"/>
            <a:ext cx="2222540" cy="2926080"/>
          </a:xfrm>
          <a:prstGeom prst="rect">
            <a:avLst/>
          </a:prstGeom>
          <a:solidFill>
            <a:srgbClr val="15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49114" y="1344168"/>
            <a:ext cx="22225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🧠 MiniMax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9114" y="1691640"/>
            <a:ext cx="22225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LLM大模型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40554" y="2011680"/>
            <a:ext cx="2039660" cy="6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40554" y="210312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MiniMax-Text-01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40554" y="260604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流式SSE输出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40554" y="310896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返回桂林景点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40554" y="3611880"/>
            <a:ext cx="20853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/路线/天气建议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297680"/>
            <a:ext cx="11551615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361688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📌 关键配置：MINIMAX_API_KEY（MiniMax平台）| AMAP_KEY（高德天气，未配则返回模拟数据）| DATABASE_URL（PostgreSQL，迁移后配置） | lvyou-agi地址（环境变量 LIYOU_AGI_URL，默认 https://lvyou-agi.onrender.com）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120640"/>
            <a:ext cx="2264603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" y="5166360"/>
            <a:ext cx="22188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✅ 正常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192" y="5394960"/>
            <a:ext cx="22188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wx.request → Railway后端（稳定）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76083" y="5120640"/>
            <a:ext cx="2264603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9235" y="5166360"/>
            <a:ext cx="22188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✅ 正常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9235" y="5394960"/>
            <a:ext cx="22188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后端 → lvyou-agi /chat（测试可用）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32126" y="5120640"/>
            <a:ext cx="2264603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05278" y="5166360"/>
            <a:ext cx="22188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00"/>
                </a:solidFill>
              </a:defRPr>
            </a:pPr>
            <a:r>
              <a:t>⚠️ 注意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05278" y="5394960"/>
            <a:ext cx="22188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lvyou-agi在Render免费版，30分钟休眠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88169" y="5120640"/>
            <a:ext cx="2264603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61321" y="5166360"/>
            <a:ext cx="22188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71C1C"/>
                </a:solidFill>
              </a:defRPr>
            </a:pPr>
            <a:r>
              <a:t>❌ 待解决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61321" y="5394960"/>
            <a:ext cx="22188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微信支付（需注册微信小商店）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44212" y="5120640"/>
            <a:ext cx="2264603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17364" y="5166360"/>
            <a:ext cx="22188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71C1C"/>
                </a:solidFill>
              </a:defRPr>
            </a:pPr>
            <a:r>
              <a:t>❌ 待解决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17364" y="5394960"/>
            <a:ext cx="221888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DATABASE_URL未配置（阻塞PostgreSQL迁移）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05 技术详情</a:t>
            </a:r>
          </a:p>
          <a:p>
            <a:pPr>
              <a:defRPr sz="1300" b="0">
                <a:solidFill>
                  <a:srgbClr val="C8E6C9"/>
                </a:solidFill>
              </a:defRPr>
            </a:pPr>
            <a:r>
              <a:t>中间件·Zod验证·Pino日志·错误处理·环境变量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超深度优化版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759098" cy="29260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576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🔐 中间件（middleware/）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81912"/>
            <a:ext cx="357621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627632"/>
            <a:ext cx="34847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auth.ts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856232"/>
            <a:ext cx="34847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F00"/>
                </a:solidFill>
              </a:defRPr>
            </a:pPr>
            <a:r>
              <a:t>openid认证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057400"/>
            <a:ext cx="34847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从请求头提取openid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240280"/>
            <a:ext cx="34847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验证用户是否存在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423160"/>
            <a:ext cx="34847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未注册返回401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50592"/>
            <a:ext cx="357621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496312"/>
            <a:ext cx="34847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rateLimit.ts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724912"/>
            <a:ext cx="34847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F00"/>
                </a:solidFill>
              </a:defRPr>
            </a:pPr>
            <a:r>
              <a:t>限流保护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926080"/>
            <a:ext cx="34847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基于IP+openid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3108960"/>
            <a:ext cx="34847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窗口：15分钟100请求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3291840"/>
            <a:ext cx="34847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超限返回429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19272"/>
            <a:ext cx="357621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364992"/>
            <a:ext cx="34847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logger.ts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3593592"/>
            <a:ext cx="34847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F00"/>
                </a:solidFill>
              </a:defRPr>
            </a:pPr>
            <a:r>
              <a:t>结构化日志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794760"/>
            <a:ext cx="34847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Pino日志库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" y="3977640"/>
            <a:ext cx="34847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记录所有HTTP请求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160520"/>
            <a:ext cx="34847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记录错误栈+性能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16298" y="1097280"/>
            <a:ext cx="3759098" cy="29260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3458" y="1188720"/>
            <a:ext cx="3576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✅ Zod验证器（validators/）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07738" y="1581912"/>
            <a:ext cx="357621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9178" y="1627632"/>
            <a:ext cx="33933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user.validators.ts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9178" y="1837944"/>
            <a:ext cx="33933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loginSchema: openid必填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9178" y="2002536"/>
            <a:ext cx="33933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nickname最长32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9178" y="2167128"/>
            <a:ext cx="33933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avatar_url可选URL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07738" y="2084832"/>
            <a:ext cx="357621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99178" y="2130552"/>
            <a:ext cx="33933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product.validators.ts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99178" y="2340864"/>
            <a:ext cx="33933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productIdSchema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99178" y="2505456"/>
            <a:ext cx="33933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产品ID格式验证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07738" y="2587752"/>
            <a:ext cx="357621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99178" y="2633472"/>
            <a:ext cx="33933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order.validators.ts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99178" y="2843784"/>
            <a:ext cx="33933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createOrderSchema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99178" y="3008376"/>
            <a:ext cx="33933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必填：openid/product_id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99178" y="3172968"/>
            <a:ext cx="33933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quantity&gt;0/date格式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07738" y="3090672"/>
            <a:ext cx="357621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99178" y="3136392"/>
            <a:ext cx="33933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address.validators.ts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99178" y="3346704"/>
            <a:ext cx="33933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createAddressSchema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99178" y="3511296"/>
            <a:ext cx="33933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必填：full_name/phone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99178" y="3675888"/>
            <a:ext cx="33933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address_line/city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07738" y="3593592"/>
            <a:ext cx="357621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99178" y="3639312"/>
            <a:ext cx="33933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chat.validators.ts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99178" y="3849624"/>
            <a:ext cx="33933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chatSchema: message必填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99178" y="4014216"/>
            <a:ext cx="33933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openid选填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9178" y="4178808"/>
            <a:ext cx="33933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message最长2000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12556" y="1097280"/>
            <a:ext cx="3759098" cy="29260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49716" y="1188720"/>
            <a:ext cx="357621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📋 日志+错误处理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03996" y="1581912"/>
            <a:ext cx="3576218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95436" y="1645920"/>
            <a:ext cx="34847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logger.ts - Pino日志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95436" y="1920240"/>
            <a:ext cx="34847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info/warn/error三级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95436" y="2103120"/>
            <a:ext cx="34847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req.id请求追踪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95436" y="2286000"/>
            <a:ext cx="34847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响应时间ms精度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95436" y="2468880"/>
            <a:ext cx="34847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JSON格式（结构化）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95436" y="2651760"/>
            <a:ext cx="348477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· 开发环境彩色输出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03996" y="2697480"/>
            <a:ext cx="357621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95436" y="2761488"/>
            <a:ext cx="34847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错误码规范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95436" y="3063240"/>
            <a:ext cx="384048" cy="16459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13724" y="3063240"/>
            <a:ext cx="3474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34348" y="3063240"/>
            <a:ext cx="298185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参数错误（Zod验证失败）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95436" y="3246120"/>
            <a:ext cx="384048" cy="16459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13724" y="3246120"/>
            <a:ext cx="3474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4348" y="3246120"/>
            <a:ext cx="298185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未认证（openid无效）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95436" y="3429000"/>
            <a:ext cx="384048" cy="16459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13724" y="3429000"/>
            <a:ext cx="3474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34348" y="3429000"/>
            <a:ext cx="298185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资源不存在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95436" y="3611880"/>
            <a:ext cx="384048" cy="16459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13724" y="3611880"/>
            <a:ext cx="3474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34348" y="3611880"/>
            <a:ext cx="298185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限流触发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95436" y="3794760"/>
            <a:ext cx="384048" cy="16459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13724" y="3794760"/>
            <a:ext cx="3474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34348" y="3794760"/>
            <a:ext cx="298185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服务器内部错误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160520"/>
            <a:ext cx="11551615" cy="196596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4251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⚙️ 服务架构（server/src/）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4632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server.ts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31720" y="46177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主入口，Express app配置，18路由挂载，错误中间件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4632" y="49469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routes/index.ts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331720" y="494690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路由聚合，/api/* 统一前缀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4632" y="5276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routes/users.ts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31720" y="52760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POST login / GET :openid（用户认证）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4632" y="5605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routes/products.ts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31720" y="56052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GET /categories, /products, /products/:id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4632" y="59344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routes/orders.ts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331720" y="593445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POST create / GET list / GET :id（订单管理）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5508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routes/chat.ts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75319" y="46177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POST /chat /stream，调用lvyou-agi（AI对话）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55080" y="49469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routes/cart.ts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75319" y="494690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GET/POST cart/add/update/remove/clear（购物车）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55080" y="5276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services/ai.service.ts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75319" y="52760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调用lvyou-agi /chat接口，错误重试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55080" y="5605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services/order.service.ts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75319" y="56052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订单创建/状态流转/价格计算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06 小程序端</a:t>
            </a:r>
          </a:p>
          <a:p>
            <a:pPr>
              <a:defRPr sz="1300" b="0">
                <a:solidFill>
                  <a:srgbClr val="C8E6C9"/>
                </a:solidFill>
              </a:defRPr>
            </a:pPr>
            <a:r>
              <a:t>9+页面·组件·工具函数·Vue 3 Web进度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超深度优化版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029200" cy="32004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📱 pages/ 页面清单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60020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002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首页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28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轮播图/快速入口/AI助手/热门景点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48840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19456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cart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945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购物车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24231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门票列表/数量修改/结算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43200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889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7889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订单列表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30175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全部/待支付/已支付/已完成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37560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38328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</a:defRPr>
            </a:pPr>
            <a:r>
              <a:t>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383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地图导览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6118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景点标注/路线规划/周边设施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31920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397764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9776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AI助手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4206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对话界面/SSE流式/历史记录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1554480"/>
            <a:ext cx="2468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62072" y="160020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</a:defRPr>
            </a:pPr>
            <a:r>
              <a:t>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16002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健康监测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62072" y="1828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健康档案/数据记录/建议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2148840"/>
            <a:ext cx="2468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62072" y="219456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address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1945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地址管理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62072" y="2423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新增地址/列表/默认地址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2743200"/>
            <a:ext cx="2468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62072" y="27889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2788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用户中心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62072" y="3017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登录状态/订单入口/设置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88920" y="3337560"/>
            <a:ext cx="24688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62072" y="338328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</a:defRPr>
            </a:pPr>
            <a:r>
              <a:t>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3383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我的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62072" y="3611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个人信息/帮助/关于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0" y="1097280"/>
            <a:ext cx="6492240" cy="150876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23560" y="11887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🧩 components/ 通用组件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23560" y="1554480"/>
            <a:ext cx="2057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96712" y="159105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TitleBar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96712" y="181051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顶部导航标题栏，支持返回按钮+自定义标题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1554480"/>
            <a:ext cx="2057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45552" y="159105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BottomNav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45552" y="181051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底部Tab导航，5个Tab：首页/商品/订单/AI/我的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21240" y="1554480"/>
            <a:ext cx="2057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94392" y="159105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ProductCard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94392" y="181051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景点/商品卡片：大图+名称+价格+购买按钮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23560" y="2057400"/>
            <a:ext cx="2057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96712" y="209397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OrderItem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96712" y="231343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订单卡片：订单号+状态+时间+操作按钮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2057400"/>
            <a:ext cx="2057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45552" y="209397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AIFooter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45552" y="231343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AI输入框：大按钮+语音输入入口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2697480"/>
            <a:ext cx="6492240" cy="1600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23560" y="278892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🛠 utils/ 工具函数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23560" y="3154680"/>
            <a:ext cx="1645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96712" y="319125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request.ts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42632" y="3191256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wx.request封装，统一请求拦截/错误处理/loading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23560" y="3502152"/>
            <a:ext cx="1645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96712" y="35387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api.js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42632" y="3538728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API地址管理（dev/prod切换），18个API端点常量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23560" y="3849624"/>
            <a:ext cx="1645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96712" y="38862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auth.js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42632" y="388620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openid管理，微信登录状态检查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23560" y="4197096"/>
            <a:ext cx="1645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96712" y="42336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format.js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42632" y="4233672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价格格式化/日期格式化/状态映射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4434840"/>
            <a:ext cx="11551615" cy="160020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🌐 Vue 3 Web（yinfa-ts/frontend）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4632" y="48920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✅ 已完成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71600" y="4892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项目初始化/Vite构建/TypeScript配置/ECharts图表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4632" y="5303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7C00"/>
                </a:solidFill>
              </a:defRPr>
            </a:pPr>
            <a:r>
              <a:t>⚠️ 进行中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71600" y="5303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AI助手页面详情（详情页/地图页/支付页）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4632" y="57150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4A4A"/>
                </a:solidFill>
              </a:defRPr>
            </a:pPr>
            <a:r>
              <a:t>📋 待开发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71600" y="5715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微信小程序现有页面逐一移植到Vue3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07 API接口（一）</a:t>
            </a:r>
          </a:p>
          <a:p>
            <a:pPr>
              <a:defRPr sz="1300" b="0">
                <a:solidFill>
                  <a:srgbClr val="C8E6C9"/>
                </a:solidFill>
              </a:defRPr>
            </a:pPr>
            <a:r>
              <a:t>系统·分类·商品·用户·地址·天气 — 26个REST+AI路由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yinfa | API接口全览 ①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69848"/>
            <a:ext cx="2819323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28193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系统接口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53896"/>
            <a:ext cx="2819323" cy="249631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99616"/>
            <a:ext cx="5943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38020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99616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</a:defRPr>
            </a:pPr>
            <a:r>
              <a:t>/api/health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16393"/>
            <a:ext cx="2746171" cy="70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健康检查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986784"/>
            <a:ext cx="2819323" cy="249631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4032504"/>
            <a:ext cx="5943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070908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32504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</a:defRPr>
            </a:pPr>
            <a:r>
              <a:t>/api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949281"/>
            <a:ext cx="2746171" cy="70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服务器信息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0803" y="1069848"/>
            <a:ext cx="2819323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30803" y="1115568"/>
            <a:ext cx="28193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分类/商品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0803" y="1453896"/>
            <a:ext cx="2819323" cy="1652016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76523" y="1499616"/>
            <a:ext cx="5943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76523" y="1538020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6603" y="1499616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</a:defRPr>
            </a:pPr>
            <a:r>
              <a:t>/api/categories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6523" y="2095560"/>
            <a:ext cx="2746171" cy="472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获取分类列表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0803" y="3142488"/>
            <a:ext cx="2819323" cy="1652016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76523" y="3188208"/>
            <a:ext cx="5943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76523" y="3226612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6603" y="3188208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</a:defRPr>
            </a:pPr>
            <a:r>
              <a:t>/api/products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6523" y="3784152"/>
            <a:ext cx="2746171" cy="472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获取商品列表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6523" y="4240072"/>
            <a:ext cx="2746171" cy="50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?category=&amp;search=&amp;page=&amp;limit=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30803" y="4831080"/>
            <a:ext cx="2819323" cy="1652016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523" y="4876800"/>
            <a:ext cx="5943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76523" y="4915204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16603" y="4876800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</a:defRPr>
            </a:pPr>
            <a:r>
              <a:t>/api/products/:id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6523" y="5472744"/>
            <a:ext cx="2746171" cy="472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获取商品详情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1567" y="1069848"/>
            <a:ext cx="2819323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1567" y="1115568"/>
            <a:ext cx="28193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用户/地址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1567" y="1453896"/>
            <a:ext cx="2819323" cy="976579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87287" y="1499616"/>
            <a:ext cx="59436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87287" y="1538020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27367" y="1499616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</a:defRPr>
            </a:pPr>
            <a:r>
              <a:t>/api/users/wxlogin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7287" y="1838894"/>
            <a:ext cx="2746171" cy="28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微信登录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7287" y="2112446"/>
            <a:ext cx="2746171" cy="30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{"openid":"...","nickname":"张三"}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41567" y="2467051"/>
            <a:ext cx="2819323" cy="976579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7287" y="2512771"/>
            <a:ext cx="59436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87287" y="2551176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27367" y="2512771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</a:defRPr>
            </a:pPr>
            <a:r>
              <a:t>/api/users/login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7287" y="2852050"/>
            <a:ext cx="2746171" cy="28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手机号登录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87287" y="3125602"/>
            <a:ext cx="2746171" cy="30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{"phone":"13800138000","code":"1234"}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41567" y="3480206"/>
            <a:ext cx="2819323" cy="976579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87287" y="3525926"/>
            <a:ext cx="5943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87287" y="3564331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27367" y="3525926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</a:defRPr>
            </a:pPr>
            <a:r>
              <a:t>/api/users/:openid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87287" y="3865205"/>
            <a:ext cx="2746171" cy="28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获取用户信息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41567" y="4493361"/>
            <a:ext cx="2819323" cy="976579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87287" y="4539081"/>
            <a:ext cx="59436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87287" y="4577486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27367" y="4539081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</a:defRPr>
            </a:pPr>
            <a:r>
              <a:t>/api/address/create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87287" y="4878360"/>
            <a:ext cx="2746171" cy="28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创建地址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87287" y="5151912"/>
            <a:ext cx="2746171" cy="30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{"full_name":"张三","phone":"138..."}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41567" y="5506516"/>
            <a:ext cx="2819323" cy="976579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87287" y="5552236"/>
            <a:ext cx="5943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87287" y="5590641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27367" y="5552236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</a:defRPr>
            </a:pPr>
            <a:r>
              <a:t>/api/addresses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87287" y="5891515"/>
            <a:ext cx="2746171" cy="28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地址列表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87287" y="6165067"/>
            <a:ext cx="2746171" cy="30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?openid=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52331" y="1069848"/>
            <a:ext cx="2819323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52331" y="1115568"/>
            <a:ext cx="28193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天气/紧急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52331" y="1453896"/>
            <a:ext cx="2819323" cy="976579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98051" y="1499616"/>
            <a:ext cx="5943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98051" y="1538020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38131" y="1499616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</a:defRPr>
            </a:pPr>
            <a:r>
              <a:t>/api/weather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98051" y="1838894"/>
            <a:ext cx="2746171" cy="28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当前天气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98051" y="2112446"/>
            <a:ext cx="2746171" cy="30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?city=桂林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2331" y="2467051"/>
            <a:ext cx="2819323" cy="976579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098051" y="2512771"/>
            <a:ext cx="5943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98051" y="2551176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38131" y="2512771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</a:defRPr>
            </a:pPr>
            <a:r>
              <a:t>/api/weather/forecast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98051" y="2852050"/>
            <a:ext cx="2746171" cy="28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天气预报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98051" y="3125602"/>
            <a:ext cx="2746171" cy="30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?city=桂林&amp;days=3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52331" y="3480206"/>
            <a:ext cx="2819323" cy="976579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098051" y="3525926"/>
            <a:ext cx="59436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098051" y="3564331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738131" y="3525926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</a:defRPr>
            </a:pPr>
            <a:r>
              <a:t>/api/emergency-contacts/create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98051" y="3865205"/>
            <a:ext cx="2746171" cy="28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创建紧急联系人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98051" y="4138757"/>
            <a:ext cx="2746171" cy="30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{"name":"张三","phone":"138..."}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52331" y="4493361"/>
            <a:ext cx="2819323" cy="976579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098051" y="4539081"/>
            <a:ext cx="5943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098051" y="4577486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38131" y="4539081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</a:defRPr>
            </a:pPr>
            <a:r>
              <a:t>/api/emergency-contacts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98051" y="4878360"/>
            <a:ext cx="2746171" cy="28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紧急联系人列表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98051" y="5151912"/>
            <a:ext cx="2746171" cy="30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?openid=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52331" y="5506516"/>
            <a:ext cx="2819323" cy="976579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98051" y="5552236"/>
            <a:ext cx="59436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098051" y="5590641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38131" y="5552236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</a:defRPr>
            </a:pPr>
            <a:r>
              <a:t>/api/sos/alert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98051" y="5891515"/>
            <a:ext cx="2746171" cy="28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SOS紧急求助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98051" y="6165067"/>
            <a:ext cx="2746171" cy="30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{"openid":"...","lat":25.27,"lng":110.29}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08 API接口（二）</a:t>
            </a:r>
          </a:p>
          <a:p>
            <a:pPr>
              <a:defRPr sz="1300" b="0">
                <a:solidFill>
                  <a:srgbClr val="C8E6C9"/>
                </a:solidFill>
              </a:defRPr>
            </a:pPr>
            <a:r>
              <a:t>订单·购物车·健康记录·紧急联系人·SOS — 14个端点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yinfa | API接口全览 ②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69848"/>
            <a:ext cx="2819323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28193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订单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53896"/>
            <a:ext cx="2819323" cy="122986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99616"/>
            <a:ext cx="59436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38020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99616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/api/order/create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35144"/>
            <a:ext cx="2746171" cy="354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创建订单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77084"/>
            <a:ext cx="2746171" cy="379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{"product_id":1,"quantity":2,"date":"2026-06-...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20340"/>
            <a:ext cx="2819323" cy="122986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66060"/>
            <a:ext cx="5943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804464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66060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201588"/>
            <a:ext cx="2746171" cy="354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订单列表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543528"/>
            <a:ext cx="2746171" cy="379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?openid=&amp;status=&amp;page=&amp;limit=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86784"/>
            <a:ext cx="2819323" cy="122986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032504"/>
            <a:ext cx="5943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070908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32504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/api/orders/:id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468032"/>
            <a:ext cx="2746171" cy="354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订单详情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253228"/>
            <a:ext cx="2819323" cy="122986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298948"/>
            <a:ext cx="59436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337352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298948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/api/orders/:id/paid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34476"/>
            <a:ext cx="2746171" cy="354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支付回调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076416"/>
            <a:ext cx="2746171" cy="379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{"transaction_id":"..."}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30803" y="1069848"/>
            <a:ext cx="2819323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0803" y="1115568"/>
            <a:ext cx="28193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购物车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30803" y="1453896"/>
            <a:ext cx="2819323" cy="976579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76523" y="1499616"/>
            <a:ext cx="5943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76523" y="1538020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16603" y="1499616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/api/cart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76523" y="1838894"/>
            <a:ext cx="2746171" cy="28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获取购物车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76523" y="2112446"/>
            <a:ext cx="2746171" cy="30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?openid=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30803" y="2467051"/>
            <a:ext cx="2819323" cy="976579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76523" y="2512771"/>
            <a:ext cx="59436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76523" y="2551176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16603" y="2512771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/api/cart/add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76523" y="2852050"/>
            <a:ext cx="2746171" cy="28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添加商品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76523" y="3125602"/>
            <a:ext cx="2746171" cy="30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{"product_id":1,"quantity":1}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30803" y="3480206"/>
            <a:ext cx="2819323" cy="976579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76523" y="3525926"/>
            <a:ext cx="594360" cy="256032"/>
          </a:xfrm>
          <a:prstGeom prst="rect">
            <a:avLst/>
          </a:prstGeom>
          <a:solidFill>
            <a:srgbClr val="15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76523" y="3564331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16603" y="3525926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/api/cart/:itemId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76523" y="3865205"/>
            <a:ext cx="2746171" cy="28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更新数量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76523" y="4138757"/>
            <a:ext cx="2746171" cy="30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{"quantity":3}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30803" y="4493361"/>
            <a:ext cx="2819323" cy="976579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76523" y="4539081"/>
            <a:ext cx="594360" cy="25603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76523" y="4577486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DELETE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16603" y="4539081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/api/cart/:itemId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76523" y="4878360"/>
            <a:ext cx="2746171" cy="28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移除商品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30803" y="5506516"/>
            <a:ext cx="2819323" cy="976579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76523" y="5552236"/>
            <a:ext cx="59436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76523" y="5590641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6603" y="5552236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/api/cart/clear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76523" y="5891515"/>
            <a:ext cx="2746171" cy="283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清空购物车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6523" y="6165067"/>
            <a:ext cx="2746171" cy="30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{"openid":"..."}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41567" y="1069848"/>
            <a:ext cx="2819323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41567" y="1115568"/>
            <a:ext cx="28193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天气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41567" y="1453896"/>
            <a:ext cx="2819323" cy="249631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87287" y="1499616"/>
            <a:ext cx="5943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87287" y="1538020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27367" y="1499616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/api/weather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87287" y="2416393"/>
            <a:ext cx="2746171" cy="70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当前天气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87287" y="3100273"/>
            <a:ext cx="2746171" cy="75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?city=桂林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41567" y="3986784"/>
            <a:ext cx="2819323" cy="2496312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87287" y="4032504"/>
            <a:ext cx="5943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87287" y="4070908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27367" y="4032504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/api/weather/forecast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87287" y="4949281"/>
            <a:ext cx="2746171" cy="70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天气预报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87287" y="5633161"/>
            <a:ext cx="2746171" cy="759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?city=桂林&amp;days=3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52331" y="1069848"/>
            <a:ext cx="2819323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52331" y="1115568"/>
            <a:ext cx="28193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健康/紧急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52331" y="1453896"/>
            <a:ext cx="2819323" cy="687106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098051" y="1499616"/>
            <a:ext cx="59436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098051" y="1538020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38131" y="1499616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/api/health-records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98051" y="1728895"/>
            <a:ext cx="2746171" cy="202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创建健康档案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98051" y="1924289"/>
            <a:ext cx="2746171" cy="217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{"heart_rate":72,"blood_pressure":"120/80"}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52331" y="2177578"/>
            <a:ext cx="2819323" cy="687106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098051" y="2223298"/>
            <a:ext cx="5943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98051" y="2261703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38131" y="2223298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/api/health-records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98051" y="2452577"/>
            <a:ext cx="2746171" cy="202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健康记录列表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98051" y="2647971"/>
            <a:ext cx="2746171" cy="217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?openid=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052331" y="2901260"/>
            <a:ext cx="2819323" cy="687106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098051" y="2946980"/>
            <a:ext cx="59436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98051" y="2985385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38131" y="2946980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/api/emergency-contacts/create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98051" y="3176259"/>
            <a:ext cx="2746171" cy="202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创建紧急联系人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98051" y="3371654"/>
            <a:ext cx="2746171" cy="217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{"name":"张三","phone":"138..."}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052331" y="3624942"/>
            <a:ext cx="2819323" cy="687106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98051" y="3670662"/>
            <a:ext cx="594360" cy="25603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098051" y="3709067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738131" y="3670662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/api/emergency-contacts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98051" y="3899942"/>
            <a:ext cx="2746171" cy="202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紧急联系人列表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98051" y="4095336"/>
            <a:ext cx="2746171" cy="217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?openid=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52331" y="4348625"/>
            <a:ext cx="2819323" cy="687106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98051" y="4394345"/>
            <a:ext cx="594360" cy="256032"/>
          </a:xfrm>
          <a:prstGeom prst="rect">
            <a:avLst/>
          </a:prstGeom>
          <a:solidFill>
            <a:srgbClr val="15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098051" y="4432749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PUT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738131" y="4394345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/api/emergency-contacts/:id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98051" y="4623624"/>
            <a:ext cx="2746171" cy="202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更新联系人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98051" y="4819018"/>
            <a:ext cx="2746171" cy="217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{"name":"李四"}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052331" y="5072307"/>
            <a:ext cx="2819323" cy="687106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098051" y="5118027"/>
            <a:ext cx="594360" cy="25603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098051" y="5156432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DELETE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738131" y="5118027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/api/emergency-contacts/:id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98051" y="5347306"/>
            <a:ext cx="2746171" cy="202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删除联系人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052331" y="5795989"/>
            <a:ext cx="2819323" cy="687106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098051" y="5841709"/>
            <a:ext cx="594360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098051" y="5880114"/>
            <a:ext cx="594360" cy="179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738131" y="5841709"/>
            <a:ext cx="20878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</a:defRPr>
            </a:pPr>
            <a:r>
              <a:t>/api/sos/alert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098051" y="6070988"/>
            <a:ext cx="2746171" cy="202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SOS紧急求助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098051" y="6266383"/>
            <a:ext cx="2746171" cy="217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4A4A"/>
                </a:solidFill>
              </a:defRPr>
            </a:pPr>
            <a:r>
              <a:t>📥 {"lat":25.27,"lng":110.29}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09 数据库设计</a:t>
            </a:r>
          </a:p>
          <a:p>
            <a:pPr>
              <a:defRPr sz="1300" b="0">
                <a:solidFill>
                  <a:srgbClr val="C8E6C9"/>
                </a:solidFill>
              </a:defRPr>
            </a:pPr>
            <a:r>
              <a:t>9张表完整Schema · 字段类型 · 外键关系 · SQL.js→PostgreSQL迁移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超深度优化版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69848"/>
            <a:ext cx="1226616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1226616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90472"/>
            <a:ext cx="1226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景点分类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19072"/>
            <a:ext cx="1226616" cy="4517136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" y="1719072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id INT PK AUTO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1975104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name VARCHAR(100)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" y="2231136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slug VARCHAR(100)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" y="2487168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description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2743200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image_url VARCHAR(500)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2999232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order_index 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3255264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is_active BOOL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10664" y="1069848"/>
            <a:ext cx="1226616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10664" y="1143000"/>
            <a:ext cx="1226616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0664" y="1490472"/>
            <a:ext cx="1226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商品/景点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10664" y="1719072"/>
            <a:ext cx="1226616" cy="4517136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7240" y="1719072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id INT PK AUTO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7240" y="1975104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category_id →categories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7240" y="2231136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name VARCHAR(200)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7240" y="2487168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description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7240" y="2743200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price DECIMAL(10,2)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7240" y="2999232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stock 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7240" y="3255264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image_url VARCHAR(500)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7240" y="3511296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location VARCHAR(200)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7240" y="3767328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开放时间 VARCHAR(100)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7240" y="4023360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is_active BOOL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01289" y="1069848"/>
            <a:ext cx="1226616" cy="38404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01289" y="1143000"/>
            <a:ext cx="1226616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user_profiles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1289" y="1490472"/>
            <a:ext cx="1226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用户档案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01289" y="1719072"/>
            <a:ext cx="1226616" cy="4517136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37865" y="1719072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id INT PK AUTO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7865" y="1975104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openid VARCHAR(64) UNIQUE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7865" y="2231136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nickname VARCHAR(32)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37865" y="2487168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avatar_url VARCHAR(500)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37865" y="2743200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phone VARCHAR(20)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37865" y="2999232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created_at TIMESTAMP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37865" y="3255264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updated_at TIMESTAMP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91914" y="1069848"/>
            <a:ext cx="1226616" cy="38404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91914" y="1143000"/>
            <a:ext cx="1226616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addresses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91914" y="1490472"/>
            <a:ext cx="1226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地址管理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91914" y="1719072"/>
            <a:ext cx="1226616" cy="4517136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28490" y="1719072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id INT PK AUTO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28490" y="1975104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openid →user_profiles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28490" y="2231136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full_name VARCHAR(50)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28490" y="2487168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phone VARCHAR(20)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8490" y="2743200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address_line VARCHAR(300)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28490" y="2999232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city VARCHAR(50)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28490" y="3255264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postal_code VARCHAR(20)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28490" y="3511296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is_default BOOL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2539" y="1069848"/>
            <a:ext cx="1226616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2539" y="1143000"/>
            <a:ext cx="1226616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orders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2539" y="1490472"/>
            <a:ext cx="1226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订单主表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2539" y="1719072"/>
            <a:ext cx="1226616" cy="4517136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19115" y="1719072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id INT PK AUTO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19115" y="1975104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order_no VARCHAR(32) UNIQUE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19115" y="2231136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openid →user_profiles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19115" y="2487168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total_price DECIMAL(10,2)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19115" y="2743200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status ENUM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19115" y="2999232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created_at TIMESTAMP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19115" y="3255264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updated_at TIMESTAMP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73163" y="1069848"/>
            <a:ext cx="1226616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73163" y="1143000"/>
            <a:ext cx="1226616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order_items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73163" y="1490472"/>
            <a:ext cx="1226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订单明细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73163" y="1719072"/>
            <a:ext cx="1226616" cy="4517136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09739" y="1719072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id INT PK AUTO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09739" y="1975104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order_id →orders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09739" y="2231136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product_id →products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09739" y="2487168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quantity INT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09739" y="2743200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unit_price DECIMAL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09739" y="2999232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subtotal DECIMAL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63788" y="1069848"/>
            <a:ext cx="1226616" cy="38404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063788" y="1143000"/>
            <a:ext cx="1226616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emergency_contacts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63788" y="1490472"/>
            <a:ext cx="1226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紧急联系人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63788" y="1719072"/>
            <a:ext cx="1226616" cy="4517136"/>
          </a:xfrm>
          <a:prstGeom prst="rect">
            <a:avLst/>
          </a:prstGeom>
          <a:solidFill>
            <a:srgbClr val="E8F5E9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00364" y="1719072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id INT PK AUTO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00364" y="1975104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openid →user_profiles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00364" y="2231136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name VARCHAR(50)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00364" y="2487168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phone VARCHAR(20)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100364" y="2743200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relation VARCHAR(20)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00364" y="2999232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is_primary BOOL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54413" y="1069848"/>
            <a:ext cx="1226616" cy="38404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54413" y="1143000"/>
            <a:ext cx="1226616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health_records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54413" y="1490472"/>
            <a:ext cx="1226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健康档案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54413" y="1719072"/>
            <a:ext cx="1226616" cy="4517136"/>
          </a:xfrm>
          <a:prstGeom prst="rect">
            <a:avLst/>
          </a:prstGeom>
          <a:solidFill>
            <a:srgbClr val="E8F5E9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390989" y="1719072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id INT PK AUTO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90989" y="1975104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openid →user_profiles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390989" y="2231136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heart_rate INT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90989" y="2487168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blood_pressure VARCHAR(20)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90989" y="2743200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symptoms TEXT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90989" y="2999232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recorded_at TIMESTAMP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645038" y="1069848"/>
            <a:ext cx="1226616" cy="38404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645038" y="1143000"/>
            <a:ext cx="1226616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cart_items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45038" y="1490472"/>
            <a:ext cx="1226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5E20"/>
                </a:solidFill>
              </a:defRPr>
            </a:pPr>
            <a:r>
              <a:t>购物车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645038" y="1719072"/>
            <a:ext cx="1226616" cy="4517136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681614" y="1719072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id INT PK AUTO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681614" y="1975104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openid →user_profiles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681614" y="2231136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product_id →products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681614" y="2487168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quantity INT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681614" y="2743200"/>
            <a:ext cx="1171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added_at TIMESTAMP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20040" y="5879592"/>
            <a:ext cx="11551615" cy="621792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7200" y="5925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</a:defRPr>
            </a:pPr>
            <a:r>
              <a:t>📊 当前：SQL.js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7200" y="61722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内存数据库，/app/data目录持久化（Railway持久化卷）| 适合开发测试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63640" y="59253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</a:defRPr>
            </a:pPr>
            <a:r>
              <a:t>🚀 迁移：PostgreSQL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63640" y="61722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001_initial_schema.sql已就绪 | 配置DATABASE_URL环境变量即可触发迁移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10 AI助手集成</a:t>
            </a:r>
          </a:p>
          <a:p>
            <a:pPr>
              <a:defRPr sz="1300" b="0">
                <a:solidFill>
                  <a:srgbClr val="C8E6C9"/>
                </a:solidFill>
              </a:defRPr>
            </a:pPr>
            <a:r>
              <a:t>LijiangCoordinator多意图路由 · 3大Agent · RAG桂林知识库 · SSE流式输出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超深度优化版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669280" cy="310896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🔀 LijiangCoordinator 多意图路由架构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64208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6002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用户输入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828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小程序AI助手 → POST /api/chat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6002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message + openid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075687"/>
            <a:ext cx="50292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3A047"/>
                </a:solidFill>
              </a:defRPr>
            </a:pPr>
            <a: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130552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240280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176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意图分析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40487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Coordinator分析用户意图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1762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单意图 or 多意图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651759"/>
            <a:ext cx="50292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3A047"/>
                </a:solidFill>
              </a:defRPr>
            </a:pPr>
            <a: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706624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81635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27523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路由分发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298094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单意图→单一Agent | 多意图→三Agent并行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75234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意图标签：travel_plan/weather/food/...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227831"/>
            <a:ext cx="50292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3A047"/>
                </a:solidFill>
              </a:defRPr>
            </a:pPr>
            <a: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282696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39242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33284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Agent执行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355701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RouteAgent+BehaviorAgent+KnowledgeAgent并行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332841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各Agent独立执行，输出结构化结果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3803903"/>
            <a:ext cx="50292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3A047"/>
                </a:solidFill>
              </a:defRPr>
            </a:pPr>
            <a: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858768"/>
            <a:ext cx="5029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968496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39044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结果综合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413308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Coordinator合并多Agent输出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39044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生成自然语言响应，SSE流式推送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1097280"/>
            <a:ext cx="5925312" cy="3108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1188720"/>
            <a:ext cx="5650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🤖 三大专业Agent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1554480"/>
            <a:ext cx="5806440" cy="896112"/>
          </a:xfrm>
          <a:prstGeom prst="rect">
            <a:avLst/>
          </a:prstGeom>
          <a:solidFill>
            <a:srgbClr val="C8E6C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6792" y="16093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🗺️ RouteAgent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16093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职能：旅游路线规划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190195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分析用户时间/预算/人数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6792" y="208483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漓江竹筏/徒步/自驾路线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226771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生成个性化行程方案（JSON结构）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6792" y="24505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多目标优化：时间/费用/体验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2514600"/>
            <a:ext cx="5806440" cy="896112"/>
          </a:xfrm>
          <a:prstGeom prst="rect">
            <a:avLst/>
          </a:prstGeom>
          <a:solidFill>
            <a:srgbClr val="C8E6C9"/>
          </a:solidFill>
          <a:ln w="12700">
            <a:solidFill>
              <a:srgbClr val="FF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6792" y="25694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F00"/>
                </a:solidFill>
              </a:defRPr>
            </a:pPr>
            <a:r>
              <a:t>📊 BehaviorAgent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25694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职能：游客行为预测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6792" y="286207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预测各景点停留时间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304495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购买意愿与消费分析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36792" y="322783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客流高峰时段预测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36792" y="341071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最优出发时间建议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3474720"/>
            <a:ext cx="5806440" cy="896112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36792" y="35295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3A047"/>
                </a:solidFill>
              </a:defRPr>
            </a:pPr>
            <a:r>
              <a:t>📚 KnowledgeAgent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41080" y="35295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职能：旅游知识问答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6792" y="38221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景点介绍与历史背景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36792" y="400507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票价信息与优惠政策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36792" y="418795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美食推荐与交通指南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36792" y="437083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· RAG检索桂林漓江知识库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4343400"/>
            <a:ext cx="11551615" cy="178308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📚 RAG桂林知识库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800600"/>
            <a:ext cx="3777386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4846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词汇表大小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0240" y="4846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vocab_size=583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5074920"/>
            <a:ext cx="366765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TF-IDF向量化词表，583个关键词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07738" y="4800600"/>
            <a:ext cx="3777386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99178" y="4846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文档分块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70778" y="4846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chunks=28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99178" y="5074920"/>
            <a:ext cx="366765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桂林景点/美食/交通28个知识块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58276" y="4800600"/>
            <a:ext cx="3777386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49716" y="4846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检索方式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21316" y="4846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TF-IDF + 余弦相似度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49716" y="5074920"/>
            <a:ext cx="366765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numpy+scipy实现，无需外部向量库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394960"/>
            <a:ext cx="3777386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5440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知识内容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20240" y="5440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桂林漓江全量数据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5669280"/>
            <a:ext cx="366765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杨堤码头/九马画山/兴坪古镇/美食/交通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07738" y="5394960"/>
            <a:ext cx="3777386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99178" y="5440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RAG端点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70778" y="5440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POST /rag/query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99178" y="5669280"/>
            <a:ext cx="366765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yinfa后端 → lvyou-agi → ChromaDB（可选）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58276" y="5394960"/>
            <a:ext cx="3777386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49716" y="5440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状态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21316" y="5440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5E20"/>
                </a:solidFill>
              </a:defRPr>
            </a:pPr>
            <a:r>
              <a:t>⚠️ 知识库仅1个文档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49716" y="5669280"/>
            <a:ext cx="366765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需扩充马蜂窝/携程/桂林旅游官网数据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11 lvyou-agi服务</a:t>
            </a:r>
          </a:p>
          <a:p>
            <a:pPr>
              <a:defRPr sz="1300" b="0">
                <a:solidFill>
                  <a:srgbClr val="C8E6C9"/>
                </a:solidFill>
              </a:defRPr>
            </a:pPr>
            <a:r>
              <a:t>桂林旅游智能体 · RAG+Agent+意图识别 · /config端点已移除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超深度优化版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65760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🛠️ 服务概览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15544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5E20"/>
                </a:solidFill>
              </a:defRPr>
            </a:pPr>
            <a:r>
              <a:t>FastAPI + Python 3.11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异步API，高性能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928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928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5E20"/>
                </a:solidFill>
              </a:defRPr>
            </a:pPr>
            <a:r>
              <a:t>MiniMax API（MiniMax-Text-01）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892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流式SSE输出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23113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向量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2311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5E20"/>
                </a:solidFill>
              </a:defRPr>
            </a:pPr>
            <a:r>
              <a:t>TF-IDF + numpy/scipy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2311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ChromaDB（可选，当前未用）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5694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意图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5694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5E20"/>
                </a:solidFill>
              </a:defRPr>
            </a:pPr>
            <a:r>
              <a:t>LijiangCoordinator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5694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</a:defRPr>
            </a:pPr>
            <a:r>
              <a:t>单意图优先，多意图并行⚠️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29077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9077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5E20"/>
                </a:solidFill>
              </a:defRPr>
            </a:pPr>
            <a:r>
              <a:t>Render免费版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29077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</a:defRPr>
            </a:pPr>
            <a:r>
              <a:t>⚠️ 30分钟无访问自动休眠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2461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端口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5E20"/>
                </a:solidFill>
              </a:defRPr>
            </a:pPr>
            <a:r>
              <a:t>8001（根server）/ 8000（Docker）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src/server.py未使用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1097280"/>
            <a:ext cx="7936992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1188720"/>
            <a:ext cx="7662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</a:defRPr>
            </a:pPr>
            <a:r>
              <a:t>🌐 11个API端点（/health · /capabilities · /api/chat · /api/plan · /api/predict · /api/query · ...）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1554480"/>
            <a:ext cx="621792" cy="1298448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1581912"/>
            <a:ext cx="62179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60" y="1623060"/>
            <a:ext cx="62179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18928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/health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67128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</a:defRPr>
            </a:pPr>
            <a:r>
              <a:t>健康检查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2441448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</a:defRPr>
            </a:pPr>
            <a:r>
              <a:t>{"status":"ok","version":"1....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10328" y="1554480"/>
            <a:ext cx="621792" cy="1298448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10328" y="1581912"/>
            <a:ext cx="62179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10328" y="1623060"/>
            <a:ext cx="62179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0328" y="18928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/capabilities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0328" y="2167128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</a:defRPr>
            </a:pPr>
            <a:r>
              <a:t>AI能力清单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0328" y="2441448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</a:defRPr>
            </a:pPr>
            <a:r>
              <a:t>{"intents":["travel_plan","w...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68696" y="1554480"/>
            <a:ext cx="621792" cy="1298448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568696" y="1581912"/>
            <a:ext cx="621792" cy="274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68696" y="1623060"/>
            <a:ext cx="62179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68696" y="18928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/api/chat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68696" y="2167128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</a:defRPr>
            </a:pPr>
            <a:r>
              <a:t>AI对话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68696" y="2441448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</a:defRPr>
            </a:pPr>
            <a:r>
              <a:t>{"message":"漓江推荐","stream":f...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27064" y="1554480"/>
            <a:ext cx="621792" cy="1298448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27064" y="1581912"/>
            <a:ext cx="621792" cy="274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27064" y="1623060"/>
            <a:ext cx="62179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27064" y="18928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/api/chat/stream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27064" y="2167128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</a:defRPr>
            </a:pPr>
            <a:r>
              <a:t>流式对话（SSE）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27064" y="2441448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</a:defRPr>
            </a:pPr>
            <a:r>
              <a:t>{"message":"景点票价"} → data:{"...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85432" y="1554480"/>
            <a:ext cx="621792" cy="1298448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5432" y="1581912"/>
            <a:ext cx="621792" cy="274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85432" y="1623060"/>
            <a:ext cx="62179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85432" y="18928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/api/multi-task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85432" y="2167128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</a:defRPr>
            </a:pPr>
            <a:r>
              <a:t>多任务并行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85432" y="2441448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</a:defRPr>
            </a:pPr>
            <a:r>
              <a:t>{"tasks":[{"type":"weather",...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43800" y="1554480"/>
            <a:ext cx="621792" cy="1298448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543800" y="1581912"/>
            <a:ext cx="621792" cy="274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43800" y="1623060"/>
            <a:ext cx="62179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43800" y="18928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/api/plan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43800" y="2167128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</a:defRPr>
            </a:pPr>
            <a:r>
              <a:t>旅行规划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43800" y="2441448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</a:defRPr>
            </a:pPr>
            <a:r>
              <a:t>{"destination":"漓江","days":2...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02168" y="1554480"/>
            <a:ext cx="621792" cy="1298448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02168" y="1581912"/>
            <a:ext cx="621792" cy="274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02168" y="1623060"/>
            <a:ext cx="62179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02168" y="18928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/api/predict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02168" y="2167128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</a:defRPr>
            </a:pPr>
            <a:r>
              <a:t>行为预测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02168" y="2441448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</a:defRPr>
            </a:pPr>
            <a:r>
              <a:t>{"user_id":"...","context":{...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60536" y="1554480"/>
            <a:ext cx="621792" cy="1298448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860536" y="1581912"/>
            <a:ext cx="621792" cy="274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860536" y="1623060"/>
            <a:ext cx="62179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60536" y="18928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/api/query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0536" y="2167128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</a:defRPr>
            </a:pPr>
            <a:r>
              <a:t>RAG知识检索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60536" y="2441448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</a:defRPr>
            </a:pPr>
            <a:r>
              <a:t>{"query":"竹筏价格","top_k":5}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18904" y="1554480"/>
            <a:ext cx="621792" cy="1298448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518904" y="1581912"/>
            <a:ext cx="621792" cy="274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518904" y="1623060"/>
            <a:ext cx="62179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18904" y="18928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/api/itinerary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18904" y="2167128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</a:defRPr>
            </a:pPr>
            <a:r>
              <a:t>生成行程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18904" y="2441448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</a:defRPr>
            </a:pPr>
            <a:r>
              <a:t>{"destination":"桂林","days":3...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77272" y="1554480"/>
            <a:ext cx="621792" cy="1298448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177272" y="1581912"/>
            <a:ext cx="621792" cy="27432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177272" y="1623060"/>
            <a:ext cx="62179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77272" y="18928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/mcp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77272" y="2167128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</a:defRPr>
            </a:pPr>
            <a:r>
              <a:t>MCP工具调用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177272" y="2441448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</a:defRPr>
            </a:pPr>
            <a:r>
              <a:t>{"tool":"search_knowledge","...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835640" y="1554480"/>
            <a:ext cx="621792" cy="1298448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835640" y="1581912"/>
            <a:ext cx="62179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835640" y="1623060"/>
            <a:ext cx="62179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835640" y="189280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5E20"/>
                </a:solidFill>
              </a:defRPr>
            </a:pPr>
            <a:r>
              <a:t>/mcp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835640" y="2167128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1A"/>
                </a:solidFill>
              </a:defRPr>
            </a:pPr>
            <a:r>
              <a:t>MCP能力查询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835640" y="2441448"/>
            <a:ext cx="621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4A4A"/>
                </a:solidFill>
              </a:defRPr>
            </a:pPr>
            <a:r>
              <a:t>{"tools":["chat","plan_trip"...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0040" y="3063240"/>
            <a:ext cx="11551615" cy="2057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</a:defRPr>
            </a:pPr>
            <a:r>
              <a:t>⚠️ 已知局限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93192" y="3520440"/>
            <a:ext cx="374081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7200" y="3566160"/>
            <a:ext cx="36219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⚠️ 意图检测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3813048"/>
            <a:ext cx="3621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单意图优先规则，非多意图并行检测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4023360"/>
            <a:ext cx="36219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README.md 108行确认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243730" y="3520440"/>
            <a:ext cx="374081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307738" y="3566160"/>
            <a:ext cx="36219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⚠️ Ollama接口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07738" y="3813048"/>
            <a:ext cx="3621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仅完成签名对齐，未实际使用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07738" y="4023360"/>
            <a:ext cx="36219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README.md 109行确认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094268" y="3520440"/>
            <a:ext cx="374081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158276" y="3566160"/>
            <a:ext cx="36219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⚠️ Docker WSL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58276" y="3813048"/>
            <a:ext cx="3621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WSL内Docker不可用，部署需在原生Linux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58276" y="4023360"/>
            <a:ext cx="36219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系统限制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3192" y="4270248"/>
            <a:ext cx="374081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57200" y="4315968"/>
            <a:ext cx="36219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⚠️ 知识库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4562856"/>
            <a:ext cx="3621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仅有杨堤码头1个文档，覆盖范围有限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4773168"/>
            <a:ext cx="36219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需扩充至马蜂窝/携程/桂林旅游官网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243730" y="4270248"/>
            <a:ext cx="374081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307738" y="4315968"/>
            <a:ext cx="36219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⚠️ Render休眠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307738" y="4562856"/>
            <a:ext cx="3621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免费版30分钟无访问自动休眠，冷启动慢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307738" y="4773168"/>
            <a:ext cx="36219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建议迁移至Railway付费版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94268" y="4270248"/>
            <a:ext cx="374081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158276" y="4315968"/>
            <a:ext cx="36219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⚠️ API集成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158276" y="4562856"/>
            <a:ext cx="3621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yinfa仅对接了/api/chat，其余10个端点未集成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158276" y="4773168"/>
            <a:ext cx="36219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yinfa后端agent-service.js确认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93192" y="5020056"/>
            <a:ext cx="374081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57200" y="5065776"/>
            <a:ext cx="36219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⚠️ 版本号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7200" y="5312664"/>
            <a:ext cx="3621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health返回v3.0.0，PPT数据(v1.0)可能落后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7200" y="5522976"/>
            <a:ext cx="362193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</a:defRPr>
            </a:pPr>
            <a:r>
              <a:t>以server.py实际返回为准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20040" y="5257800"/>
            <a:ext cx="11551615" cy="96012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5E20"/>
                </a:solidFill>
              </a:defRPr>
            </a:pPr>
            <a:r>
              <a:t>🔑 环境变量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5696712"/>
            <a:ext cx="2237171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93192" y="5733288"/>
            <a:ext cx="212744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</a:defRPr>
            </a:pPr>
            <a:r>
              <a:t>MINIMAX_API_KEY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3192" y="5925312"/>
            <a:ext cx="21274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MiniMax平台API密钥（必需）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648651" y="5696712"/>
            <a:ext cx="2237171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721803" y="5733288"/>
            <a:ext cx="212744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</a:defRPr>
            </a:pPr>
            <a:r>
              <a:t>MINIMAX_MODEL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721803" y="5925312"/>
            <a:ext cx="21274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模型名称，默认MiniMax-Text-01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977262" y="5696712"/>
            <a:ext cx="2237171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050414" y="5733288"/>
            <a:ext cx="212744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</a:defRPr>
            </a:pPr>
            <a:r>
              <a:t>MINIMAX_BASE_URL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050414" y="5925312"/>
            <a:ext cx="21274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API基础地址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305873" y="5696712"/>
            <a:ext cx="2237171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379025" y="5733288"/>
            <a:ext cx="212744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</a:defRPr>
            </a:pPr>
            <a:r>
              <a:t>OLLAMA_BASE_URL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379025" y="5925312"/>
            <a:ext cx="21274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Ollama本地模型（可选，当前未用）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634484" y="5696712"/>
            <a:ext cx="2237171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707636" y="5733288"/>
            <a:ext cx="212744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</a:defRPr>
            </a:pPr>
            <a:r>
              <a:t>OLLAMA_MODEL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707636" y="5925312"/>
            <a:ext cx="21274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Ollama模型名称（可选）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12 部署方案</a:t>
            </a:r>
          </a:p>
          <a:p>
            <a:pPr>
              <a:defRPr sz="1300" b="0">
                <a:solidFill>
                  <a:srgbClr val="C8E6C9"/>
                </a:solidFill>
              </a:defRPr>
            </a:pPr>
            <a:r>
              <a:t>Railway一键部署 · Docker容器 · 环境变量配置 · 微信支付4方案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超深度优化版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840480" cy="2743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🚀 Railway 一键部署（推荐）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1581912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① Fork本仓库到GitHub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92024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② Railway控制台 → New Project → Deploy from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25856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③ 选择yinfa仓库，Railway自动读取railway.json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59689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④ 添加持久化卷：Mount Path = /app/data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935224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⑤ 配置环境变量：MINIMAX_API_KEY / AMAP_KEY / DATABASE_URL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273552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⑥ 等待构建完成，自动获得HTTPS地址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61188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⑦ 绑定自定义域名（可选）：yinfa.example.com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097280"/>
            <a:ext cx="3840480" cy="2743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1887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🐳 Docker 容器部署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58191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① Docker已安装（docker --version）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90195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② 项目根目录构建镜像：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2199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   docker build -t yinfa-backend 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54203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</a:defRPr>
            </a:pPr>
            <a:r>
              <a:t>③ 运行容器（数据持久化）：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620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   docker run -d -p 8000:8000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18211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   -v yinfa-data:/app/data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50215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   -e PORT=8000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82219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4A"/>
                </a:solidFill>
              </a:defRPr>
            </a:pPr>
            <a:r>
              <a:t>   --name yinfa-backend yinfa-backend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14223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71C1C"/>
                </a:solidFill>
              </a:defRPr>
            </a:pPr>
            <a:r>
              <a:t>⚠️ WSL内Docker不可用，需原生Linux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1097280"/>
            <a:ext cx="3840480" cy="2743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1887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💳 微信支付接入方案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1554480"/>
            <a:ext cx="3657600" cy="594360"/>
          </a:xfrm>
          <a:prstGeom prst="rect">
            <a:avLst/>
          </a:prstGeom>
          <a:solidFill>
            <a:srgbClr val="C8E6C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19" y="16093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</a:defRPr>
            </a:pPr>
            <a:r>
              <a:t>P0 微信小商店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24160" y="1627632"/>
            <a:ext cx="73152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0" y="1653235"/>
            <a:ext cx="731520" cy="204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✅ 推荐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18653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个人开发者首选，无需营业执照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2212848"/>
            <a:ext cx="3657600" cy="59436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19" y="22677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</a:defRPr>
            </a:pPr>
            <a:r>
              <a:t>方案B 微信支付API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24160" y="2286000"/>
            <a:ext cx="731520" cy="25603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0" y="2311603"/>
            <a:ext cx="731520" cy="204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企业用户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19" y="252374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需商户号+营业执照+API密钥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2871216"/>
            <a:ext cx="3657600" cy="594360"/>
          </a:xfrm>
          <a:prstGeom prst="rect">
            <a:avLst/>
          </a:prstGeom>
          <a:solidFill>
            <a:srgbClr val="C8E6C9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19" y="29260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</a:defRPr>
            </a:pPr>
            <a:r>
              <a:t>方案C 第三方聚合支付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24160" y="2944368"/>
            <a:ext cx="731520" cy="256032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24160" y="2969971"/>
            <a:ext cx="731520" cy="204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需手续费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19" y="31821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Stripe/PayPal/易宝等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3529584"/>
            <a:ext cx="3657600" cy="594360"/>
          </a:xfrm>
          <a:prstGeom prst="rect">
            <a:avLst/>
          </a:prstGeom>
          <a:solidFill>
            <a:srgbClr val="C8E6C9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19" y="3584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5E20"/>
                </a:solidFill>
              </a:defRPr>
            </a:pPr>
            <a:r>
              <a:t>方案D H5支付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24160" y="3602736"/>
            <a:ext cx="731520" cy="256032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24160" y="3628339"/>
            <a:ext cx="731520" cy="204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体验较差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19" y="38404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WAP端网页支付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977640"/>
            <a:ext cx="11551615" cy="219456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069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⚙️ 环境变量完整清单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3192" y="4434840"/>
            <a:ext cx="277817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489704"/>
            <a:ext cx="26593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727448"/>
            <a:ext cx="26593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服务器端口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937760"/>
            <a:ext cx="26593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8000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102352"/>
            <a:ext cx="26593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</a:defRPr>
            </a:pPr>
            <a:r>
              <a:t>✅ 已配置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81095" y="4434840"/>
            <a:ext cx="277817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45103" y="4489704"/>
            <a:ext cx="26593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NODE_ENV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45103" y="4727448"/>
            <a:ext cx="26593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环境模式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45103" y="4937760"/>
            <a:ext cx="26593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production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45103" y="5102352"/>
            <a:ext cx="26593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</a:defRPr>
            </a:pPr>
            <a:r>
              <a:t>✅ 已配置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68999" y="4434840"/>
            <a:ext cx="277817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33007" y="4489704"/>
            <a:ext cx="26593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MINIMAX_API_KEY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33007" y="4727448"/>
            <a:ext cx="26593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MiniMax AI密钥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33007" y="4937760"/>
            <a:ext cx="26593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（联系管理员）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33007" y="5102352"/>
            <a:ext cx="26593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71C1C"/>
                </a:solidFill>
              </a:defRPr>
            </a:pPr>
            <a:r>
              <a:t>🔴 必需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56903" y="4434840"/>
            <a:ext cx="277817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20911" y="4489704"/>
            <a:ext cx="26593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AMAP_KEY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20911" y="4727448"/>
            <a:ext cx="26593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高德天气API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20911" y="4937760"/>
            <a:ext cx="26593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（可选，未配返回模拟数据）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20911" y="5102352"/>
            <a:ext cx="26593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7C00"/>
                </a:solidFill>
              </a:defRPr>
            </a:pPr>
            <a:r>
              <a:t>🟡 可选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3192" y="5276088"/>
            <a:ext cx="277817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5330952"/>
            <a:ext cx="26593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DATABASE_URL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5568696"/>
            <a:ext cx="26593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PostgreSQL连接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5779008"/>
            <a:ext cx="26593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postgres://user:pass@host:5432/yinfa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943600"/>
            <a:ext cx="26593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71C1C"/>
                </a:solidFill>
              </a:defRPr>
            </a:pPr>
            <a:r>
              <a:t>🔴 P0阻塞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81095" y="5276088"/>
            <a:ext cx="277817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45103" y="5330952"/>
            <a:ext cx="26593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LIYOU_AGI_URL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45103" y="5568696"/>
            <a:ext cx="26593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lvyou-agi服务地址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45103" y="5779008"/>
            <a:ext cx="26593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https://lvyou-agi.onrender.com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45103" y="5943600"/>
            <a:ext cx="26593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</a:defRPr>
            </a:pPr>
            <a:r>
              <a:t>✅ 已配置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68999" y="5276088"/>
            <a:ext cx="277817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33007" y="5330952"/>
            <a:ext cx="26593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LOG_LEVEL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33007" y="5568696"/>
            <a:ext cx="26593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日志级别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33007" y="5779008"/>
            <a:ext cx="26593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info（默认）/ debug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33007" y="5943600"/>
            <a:ext cx="26593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7C00"/>
                </a:solidFill>
              </a:defRPr>
            </a:pPr>
            <a:r>
              <a:t>🟢 可调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56903" y="5276088"/>
            <a:ext cx="277817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120911" y="5330952"/>
            <a:ext cx="26593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CORS_ORIGINS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20911" y="5568696"/>
            <a:ext cx="26593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</a:defRPr>
            </a:pPr>
            <a:r>
              <a:t>允许的源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20911" y="5779008"/>
            <a:ext cx="265930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https://yinfa.com（生产）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20911" y="5943600"/>
            <a:ext cx="265930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7C00"/>
                </a:solidFill>
              </a:defRPr>
            </a:pPr>
            <a:r>
              <a:t>🟢 可调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0"/>
            <a:ext cx="11551615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13 路线图 &amp; 已知局限</a:t>
            </a:r>
          </a:p>
          <a:p>
            <a:pPr>
              <a:defRPr sz="1300" b="0">
                <a:solidFill>
                  <a:srgbClr val="C8E6C9"/>
                </a:solidFill>
              </a:defRPr>
            </a:pPr>
            <a:r>
              <a:t>P0阻断→P1增强→P2建设 · 6项已知局限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桂林银发旅游小程序 | 超深度优化版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749039" cy="2743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71C1C"/>
                </a:solidFill>
              </a:defRPr>
            </a:pPr>
            <a:r>
              <a:t>🔴 P0 阻断性问题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1581912"/>
            <a:ext cx="361188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6276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71C1C"/>
                </a:solidFill>
              </a:defRPr>
            </a:pPr>
            <a:r>
              <a:t>① DATABASE_URL未配置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883664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→ Railway控制台添加环境变量，触发PostgreSQL迁移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203704"/>
            <a:ext cx="361188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249424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71C1C"/>
                </a:solidFill>
              </a:defRPr>
            </a:pPr>
            <a:r>
              <a:t>② 微信支付未激活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505456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→ 注册微信小商店（个人开发者首选），获取商户号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2825496"/>
            <a:ext cx="361188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87121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③ lvyou-agi休眠问题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127248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→ 升级Render付费版 或 迁移到Railway（需解决冷启动）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3447288"/>
            <a:ext cx="361188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349300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④ 知识库严重不足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374904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→ 仅有杨堤码头1个文档，需扩充至少10+个景点文档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097280"/>
            <a:ext cx="4023360" cy="2743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18872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7C00"/>
                </a:solidFill>
              </a:defRPr>
            </a:pPr>
            <a:r>
              <a:t>🟡 P1 功能增强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1581912"/>
            <a:ext cx="388620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162763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⑤ Vue3前端完成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1883664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→ 详情页/地图页/支付页，接入AI助手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2203704"/>
            <a:ext cx="388620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224942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⑥ SSE流式AI响应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2505456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→ 前端wx.request支持SSE，/api/chat/stream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0248" y="2825496"/>
            <a:ext cx="388620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2871216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⑦ 微信支付回调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3127248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→ 支付成功回调处理，自动更新订单状态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0248" y="3447288"/>
            <a:ext cx="388620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1688" y="3493008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⑧ Railway PostgreSQL验证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3749040"/>
            <a:ext cx="3703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→ DATABASE_URL配置后，验证数据持久化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19" y="1097280"/>
            <a:ext cx="3749039" cy="2743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1188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</a:defRPr>
            </a:pPr>
            <a:r>
              <a:t>🟢 P2 长期建设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39912" y="1581912"/>
            <a:ext cx="370332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1627632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⑨ 知识库大规模扩充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31352" y="1883664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→ 爬取马蜂窝/携程/桂林旅游官网→RAG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39912" y="2203704"/>
            <a:ext cx="370332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1352" y="224942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4A4A"/>
                </a:solidFill>
              </a:defRPr>
            </a:pPr>
            <a:r>
              <a:t>⑩ 双server.py合并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1352" y="2505456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→ 统一根server.py与src/server.py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39912" y="2825496"/>
            <a:ext cx="370332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31352" y="2871216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⑪ 高德地图API对接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31352" y="312724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→ 整合桂林旅游官网地图数据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9912" y="3447288"/>
            <a:ext cx="370332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31352" y="349300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⑫ 多意图真正并行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31352" y="374904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→ 从单意图优先升级为多意图并行检测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977640"/>
            <a:ext cx="11551615" cy="214884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069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</a:defRPr>
            </a:pPr>
            <a:r>
              <a:t>⚠️ 已知局限（全部6项）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3192" y="4434840"/>
            <a:ext cx="37408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489704"/>
            <a:ext cx="36219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⚠️ 意图检测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727448"/>
            <a:ext cx="3621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当前单意图优先，非多意图并行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937760"/>
            <a:ext cx="36219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71C1C"/>
                </a:solidFill>
              </a:defRPr>
            </a:pPr>
            <a:r>
              <a:t>影响：影响复杂查询处理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43730" y="4434840"/>
            <a:ext cx="37408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07738" y="4489704"/>
            <a:ext cx="36219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⚠️ Ollama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07738" y="4727448"/>
            <a:ext cx="3621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签名对齐完成但未实际调用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07738" y="4937760"/>
            <a:ext cx="36219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71C1C"/>
                </a:solidFill>
              </a:defRPr>
            </a:pPr>
            <a:r>
              <a:t>影响：未启用本地LLM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4268" y="4434840"/>
            <a:ext cx="37408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58276" y="4489704"/>
            <a:ext cx="36219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⚠️ Docker WSL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58276" y="4727448"/>
            <a:ext cx="3621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WSL内Docker不可用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58276" y="4937760"/>
            <a:ext cx="36219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71C1C"/>
                </a:solidFill>
              </a:defRPr>
            </a:pPr>
            <a:r>
              <a:t>影响：需原生Linux环境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3192" y="5212080"/>
            <a:ext cx="37408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5266944"/>
            <a:ext cx="36219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⚠️ 知识库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5504688"/>
            <a:ext cx="3621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仅1个文档vocab=583/chunks=28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5715000"/>
            <a:ext cx="36219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71C1C"/>
                </a:solidFill>
              </a:defRPr>
            </a:pPr>
            <a:r>
              <a:t>影响：覆盖范围严重不足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43730" y="5212080"/>
            <a:ext cx="37408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07738" y="5266944"/>
            <a:ext cx="36219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⚠️ Render休眠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07738" y="5504688"/>
            <a:ext cx="3621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30分钟无访问自动休眠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07738" y="5715000"/>
            <a:ext cx="36219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71C1C"/>
                </a:solidFill>
              </a:defRPr>
            </a:pPr>
            <a:r>
              <a:t>影响：影响AI服务可用性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94268" y="5212080"/>
            <a:ext cx="374081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58276" y="5266944"/>
            <a:ext cx="362193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</a:defRPr>
            </a:pPr>
            <a:r>
              <a:t>⚠️ API未全接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58276" y="5504688"/>
            <a:ext cx="362193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yinfa仅用了/chat接口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58276" y="5715000"/>
            <a:ext cx="36219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71C1C"/>
                </a:solidFill>
              </a:defRPr>
            </a:pPr>
            <a:r>
              <a:t>影响：其他5个端点未集成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5516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桂林银发旅游小程序 · 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69848"/>
            <a:ext cx="11551615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612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</a:defRPr>
            </a:pPr>
            <a:r>
              <a:t>⚡ 快速开始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5702655" cy="45720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本地运行后端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64792"/>
            <a:ext cx="5592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cd yinfa-ts/backend &amp;&amp; npm install &amp;&amp; npm run dev → http://localhost:8000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1567" y="1508760"/>
            <a:ext cx="5702655" cy="45720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1554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本地测试AI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1764792"/>
            <a:ext cx="5592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curl -X POST http://localhost:8001/chat -H 'Content-Type: application/json' -d '{"message":"漓江竹筏"}'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11680"/>
            <a:ext cx="5702655" cy="45720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57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本地运行小程序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267712"/>
            <a:ext cx="5592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微信开发者工具 → 导入yinfa-wechat → 填入后端API地址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1567" y="2011680"/>
            <a:ext cx="5702655" cy="45720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057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Railway部署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2267712"/>
            <a:ext cx="5592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Fork → Railway → Add GitHub Repo → Configure env vars → Deploy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514600"/>
            <a:ext cx="5702655" cy="45720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560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</a:defRPr>
            </a:pPr>
            <a:r>
              <a:t>Docker部署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770632"/>
            <a:ext cx="5592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docker build -t yinfa-backend . &amp;&amp; docker run -p 8000:8000 yinfa-backend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108960"/>
            <a:ext cx="3759098" cy="141732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00400"/>
            <a:ext cx="34847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🎯 定位清晰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84448"/>
            <a:ext cx="348477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专为50岁以上银发游客设计，大字界面，简单操作，安全优先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6298" y="3108960"/>
            <a:ext cx="3759098" cy="141732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3458" y="3200400"/>
            <a:ext cx="34847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🛠️ 技术完整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3458" y="3584448"/>
            <a:ext cx="348477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微信小程序+Vue3+Express+SQL.js+AI，19个API全贯通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2556" y="3108960"/>
            <a:ext cx="3759098" cy="1417320"/>
          </a:xfrm>
          <a:prstGeom prst="rect">
            <a:avLst/>
          </a:prstGeom>
          <a:solidFill>
            <a:srgbClr val="C8E6C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9716" y="3200400"/>
            <a:ext cx="34847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🤖 AI赋能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9716" y="3584448"/>
            <a:ext cx="348477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集成漓江旅游导览Agent，RAG+LLM智能规划路线，SSE流式输出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636008"/>
            <a:ext cx="3759098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27448"/>
            <a:ext cx="34847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📱 体验优化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111496"/>
            <a:ext cx="348477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银发友好字体/配色/交互设计，语音+文字双交互，9+页面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16298" y="4636008"/>
            <a:ext cx="3759098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53458" y="4727448"/>
            <a:ext cx="34847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🚀 部署就绪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3458" y="5111496"/>
            <a:ext cx="348477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Railway一键部署，Docker容器化，持久化存储，9张数据库表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12556" y="4636008"/>
            <a:ext cx="3759098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9716" y="4727448"/>
            <a:ext cx="34847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5E20"/>
                </a:solidFill>
              </a:defRPr>
            </a:pPr>
            <a:r>
              <a:t>🔮 扩展性强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9716" y="5111496"/>
            <a:ext cx="348477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预留支付/知识库/多Agent扩展，架构清晰可演进，6个已知局限明确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4892040"/>
            <a:ext cx="115516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</a:defRPr>
            </a:pPr>
            <a:r>
              <a:t>yinfa × lvyou-agi · 微信小程序 × AI导览 × 桂林漓江旅游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5276088"/>
            <a:ext cx="115516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</a:defRPr>
            </a:pPr>
            <a:r>
              <a:t>后端API：https://yinfa-backend.up.railway.app/api  |  AI服务：https://lvyou-agi.onrender.com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5623560"/>
            <a:ext cx="115516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</a:defRPr>
            </a:pPr>
            <a:r>
              <a:t>GitHub：github.com/cangku/yinfa  |  联系：微信小程序搜索「银发旅游」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601968"/>
            <a:ext cx="1155161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A4A4A"/>
                </a:solidFill>
              </a:defRPr>
            </a:pPr>
            <a:r>
              <a:t>yinfa | 微信小程序 × AI导览 × 桂林漓江旅游 | 2026 | v2超深度优化版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